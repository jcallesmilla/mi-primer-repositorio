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57" r:id="rId4"/>
    <p:sldId id="266" r:id="rId5"/>
    <p:sldId id="267" r:id="rId6"/>
    <p:sldId id="269" r:id="rId7"/>
    <p:sldId id="260" r:id="rId8"/>
    <p:sldId id="258" r:id="rId9"/>
    <p:sldId id="262" r:id="rId10"/>
    <p:sldId id="263" r:id="rId11"/>
    <p:sldId id="268" r:id="rId12"/>
    <p:sldId id="264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451EF9-57BC-4CB0-A9E8-5ECFFA53083A}" v="7" dt="2025-10-24T14:14:3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Calles" userId="2e9564cdd8b82267" providerId="LiveId" clId="{C13C75D7-8392-4BC2-8088-27C79A0C27E0}"/>
    <pc:docChg chg="undo custSel addSld delSld modSld sldOrd">
      <pc:chgData name="Jonathan Calles" userId="2e9564cdd8b82267" providerId="LiveId" clId="{C13C75D7-8392-4BC2-8088-27C79A0C27E0}" dt="2025-09-03T01:43:50.394" v="66" actId="22"/>
      <pc:docMkLst>
        <pc:docMk/>
      </pc:docMkLst>
      <pc:sldChg chg="del">
        <pc:chgData name="Jonathan Calles" userId="2e9564cdd8b82267" providerId="LiveId" clId="{C13C75D7-8392-4BC2-8088-27C79A0C27E0}" dt="2025-08-30T21:54:31.272" v="49" actId="2696"/>
        <pc:sldMkLst>
          <pc:docMk/>
          <pc:sldMk cId="2153506108" sldId="265"/>
        </pc:sldMkLst>
      </pc:sldChg>
      <pc:sldChg chg="delSp mod">
        <pc:chgData name="Jonathan Calles" userId="2e9564cdd8b82267" providerId="LiveId" clId="{C13C75D7-8392-4BC2-8088-27C79A0C27E0}" dt="2025-08-30T21:47:07.439" v="0" actId="21"/>
        <pc:sldMkLst>
          <pc:docMk/>
          <pc:sldMk cId="257451153" sldId="269"/>
        </pc:sldMkLst>
      </pc:sldChg>
      <pc:sldChg chg="addSp modSp new mod">
        <pc:chgData name="Jonathan Calles" userId="2e9564cdd8b82267" providerId="LiveId" clId="{C13C75D7-8392-4BC2-8088-27C79A0C27E0}" dt="2025-08-30T21:54:41.695" v="54" actId="1076"/>
        <pc:sldMkLst>
          <pc:docMk/>
          <pc:sldMk cId="3689714467" sldId="273"/>
        </pc:sldMkLst>
      </pc:sldChg>
      <pc:sldChg chg="modSp add mod ord">
        <pc:chgData name="Jonathan Calles" userId="2e9564cdd8b82267" providerId="LiveId" clId="{C13C75D7-8392-4BC2-8088-27C79A0C27E0}" dt="2025-08-30T21:47:56.790" v="43" actId="1076"/>
        <pc:sldMkLst>
          <pc:docMk/>
          <pc:sldMk cId="855857092" sldId="274"/>
        </pc:sldMkLst>
      </pc:sldChg>
      <pc:sldChg chg="addSp modSp new mod">
        <pc:chgData name="Jonathan Calles" userId="2e9564cdd8b82267" providerId="LiveId" clId="{C13C75D7-8392-4BC2-8088-27C79A0C27E0}" dt="2025-08-30T21:49:01.503" v="48" actId="1076"/>
        <pc:sldMkLst>
          <pc:docMk/>
          <pc:sldMk cId="401570016" sldId="275"/>
        </pc:sldMkLst>
      </pc:sldChg>
      <pc:sldChg chg="addSp new mod ord">
        <pc:chgData name="Jonathan Calles" userId="2e9564cdd8b82267" providerId="LiveId" clId="{C13C75D7-8392-4BC2-8088-27C79A0C27E0}" dt="2025-08-31T00:06:47.062" v="58" actId="22"/>
        <pc:sldMkLst>
          <pc:docMk/>
          <pc:sldMk cId="3935754554" sldId="276"/>
        </pc:sldMkLst>
      </pc:sldChg>
      <pc:sldChg chg="addSp modSp new mod">
        <pc:chgData name="Jonathan Calles" userId="2e9564cdd8b82267" providerId="LiveId" clId="{C13C75D7-8392-4BC2-8088-27C79A0C27E0}" dt="2025-09-03T01:39:20.014" v="61" actId="1076"/>
        <pc:sldMkLst>
          <pc:docMk/>
          <pc:sldMk cId="2548767523" sldId="277"/>
        </pc:sldMkLst>
      </pc:sldChg>
      <pc:sldChg chg="addSp modSp new mod setBg">
        <pc:chgData name="Jonathan Calles" userId="2e9564cdd8b82267" providerId="LiveId" clId="{C13C75D7-8392-4BC2-8088-27C79A0C27E0}" dt="2025-09-03T01:39:23.102" v="64" actId="26606"/>
        <pc:sldMkLst>
          <pc:docMk/>
          <pc:sldMk cId="442821532" sldId="278"/>
        </pc:sldMkLst>
      </pc:sldChg>
      <pc:sldChg chg="addSp new mod">
        <pc:chgData name="Jonathan Calles" userId="2e9564cdd8b82267" providerId="LiveId" clId="{C13C75D7-8392-4BC2-8088-27C79A0C27E0}" dt="2025-09-03T01:43:50.394" v="66" actId="22"/>
        <pc:sldMkLst>
          <pc:docMk/>
          <pc:sldMk cId="4020065638" sldId="279"/>
        </pc:sldMkLst>
      </pc:sldChg>
    </pc:docChg>
  </pc:docChgLst>
  <pc:docChgLst>
    <pc:chgData name="Jonathan Calles" userId="2e9564cdd8b82267" providerId="LiveId" clId="{BCD09647-BD32-4B5E-BF90-94C78EAA5AC7}"/>
    <pc:docChg chg="undo custSel addSld modSld sldOrd">
      <pc:chgData name="Jonathan Calles" userId="2e9564cdd8b82267" providerId="LiveId" clId="{BCD09647-BD32-4B5E-BF90-94C78EAA5AC7}" dt="2025-10-24T14:16:59.203" v="196" actId="22"/>
      <pc:docMkLst>
        <pc:docMk/>
      </pc:docMkLst>
      <pc:sldChg chg="modSp add mod ord">
        <pc:chgData name="Jonathan Calles" userId="2e9564cdd8b82267" providerId="LiveId" clId="{BCD09647-BD32-4B5E-BF90-94C78EAA5AC7}" dt="2025-10-17T18:37:24.082" v="28" actId="20577"/>
        <pc:sldMkLst>
          <pc:docMk/>
          <pc:sldMk cId="1273652066" sldId="280"/>
        </pc:sldMkLst>
        <pc:spChg chg="mod">
          <ac:chgData name="Jonathan Calles" userId="2e9564cdd8b82267" providerId="LiveId" clId="{BCD09647-BD32-4B5E-BF90-94C78EAA5AC7}" dt="2025-10-17T18:37:24.082" v="28" actId="20577"/>
          <ac:spMkLst>
            <pc:docMk/>
            <pc:sldMk cId="1273652066" sldId="280"/>
            <ac:spMk id="2" creationId="{9677BF15-26DF-3238-58ED-9DF2C66B0BA1}"/>
          </ac:spMkLst>
        </pc:spChg>
      </pc:sldChg>
      <pc:sldChg chg="addSp modSp new mod ord">
        <pc:chgData name="Jonathan Calles" userId="2e9564cdd8b82267" providerId="LiveId" clId="{BCD09647-BD32-4B5E-BF90-94C78EAA5AC7}" dt="2025-10-24T11:54:46.182" v="91"/>
        <pc:sldMkLst>
          <pc:docMk/>
          <pc:sldMk cId="344627870" sldId="281"/>
        </pc:sldMkLst>
        <pc:spChg chg="add mod">
          <ac:chgData name="Jonathan Calles" userId="2e9564cdd8b82267" providerId="LiveId" clId="{BCD09647-BD32-4B5E-BF90-94C78EAA5AC7}" dt="2025-10-18T19:54:28.509" v="77" actId="14100"/>
          <ac:spMkLst>
            <pc:docMk/>
            <pc:sldMk cId="344627870" sldId="281"/>
            <ac:spMk id="2" creationId="{F4621319-F164-87A1-A365-F58BB27537EE}"/>
          </ac:spMkLst>
        </pc:spChg>
        <pc:spChg chg="add mod">
          <ac:chgData name="Jonathan Calles" userId="2e9564cdd8b82267" providerId="LiveId" clId="{BCD09647-BD32-4B5E-BF90-94C78EAA5AC7}" dt="2025-10-17T18:37:58.925" v="56" actId="1076"/>
          <ac:spMkLst>
            <pc:docMk/>
            <pc:sldMk cId="344627870" sldId="281"/>
            <ac:spMk id="3" creationId="{BF24A94C-9BD2-8D07-6D16-E9C753C337CA}"/>
          </ac:spMkLst>
        </pc:spChg>
      </pc:sldChg>
      <pc:sldChg chg="modSp add mod">
        <pc:chgData name="Jonathan Calles" userId="2e9564cdd8b82267" providerId="LiveId" clId="{BCD09647-BD32-4B5E-BF90-94C78EAA5AC7}" dt="2025-10-24T11:54:42.375" v="89" actId="20577"/>
        <pc:sldMkLst>
          <pc:docMk/>
          <pc:sldMk cId="3268004376" sldId="282"/>
        </pc:sldMkLst>
        <pc:spChg chg="mod">
          <ac:chgData name="Jonathan Calles" userId="2e9564cdd8b82267" providerId="LiveId" clId="{BCD09647-BD32-4B5E-BF90-94C78EAA5AC7}" dt="2025-10-24T11:54:42.375" v="89" actId="20577"/>
          <ac:spMkLst>
            <pc:docMk/>
            <pc:sldMk cId="3268004376" sldId="282"/>
            <ac:spMk id="2" creationId="{8E2BCCA3-C33C-58DC-B022-1D09F2B9721D}"/>
          </ac:spMkLst>
        </pc:spChg>
      </pc:sldChg>
      <pc:sldChg chg="modSp add mod">
        <pc:chgData name="Jonathan Calles" userId="2e9564cdd8b82267" providerId="LiveId" clId="{BCD09647-BD32-4B5E-BF90-94C78EAA5AC7}" dt="2025-10-24T11:54:55.316" v="98" actId="20577"/>
        <pc:sldMkLst>
          <pc:docMk/>
          <pc:sldMk cId="7826921" sldId="283"/>
        </pc:sldMkLst>
        <pc:spChg chg="mod">
          <ac:chgData name="Jonathan Calles" userId="2e9564cdd8b82267" providerId="LiveId" clId="{BCD09647-BD32-4B5E-BF90-94C78EAA5AC7}" dt="2025-10-24T11:54:55.316" v="98" actId="20577"/>
          <ac:spMkLst>
            <pc:docMk/>
            <pc:sldMk cId="7826921" sldId="283"/>
            <ac:spMk id="2" creationId="{D6F39D4C-41A2-E04D-88EA-F9DA4AE68190}"/>
          </ac:spMkLst>
        </pc:spChg>
      </pc:sldChg>
      <pc:sldChg chg="addSp modSp new mod">
        <pc:chgData name="Jonathan Calles" userId="2e9564cdd8b82267" providerId="LiveId" clId="{BCD09647-BD32-4B5E-BF90-94C78EAA5AC7}" dt="2025-10-24T11:56:06.353" v="126" actId="14100"/>
        <pc:sldMkLst>
          <pc:docMk/>
          <pc:sldMk cId="3334315958" sldId="284"/>
        </pc:sldMkLst>
        <pc:spChg chg="add mod">
          <ac:chgData name="Jonathan Calles" userId="2e9564cdd8b82267" providerId="LiveId" clId="{BCD09647-BD32-4B5E-BF90-94C78EAA5AC7}" dt="2025-10-24T11:55:25.234" v="114" actId="20577"/>
          <ac:spMkLst>
            <pc:docMk/>
            <pc:sldMk cId="3334315958" sldId="284"/>
            <ac:spMk id="2" creationId="{4C703EDF-21E1-DA90-43ED-C5DC81D1829F}"/>
          </ac:spMkLst>
        </pc:spChg>
        <pc:picChg chg="add mod">
          <ac:chgData name="Jonathan Calles" userId="2e9564cdd8b82267" providerId="LiveId" clId="{BCD09647-BD32-4B5E-BF90-94C78EAA5AC7}" dt="2025-10-24T11:56:02.454" v="123" actId="1076"/>
          <ac:picMkLst>
            <pc:docMk/>
            <pc:sldMk cId="3334315958" sldId="284"/>
            <ac:picMk id="4" creationId="{31302F8A-E5AA-761D-ACE9-2B078BAE5F8B}"/>
          </ac:picMkLst>
        </pc:picChg>
        <pc:picChg chg="add mod">
          <ac:chgData name="Jonathan Calles" userId="2e9564cdd8b82267" providerId="LiveId" clId="{BCD09647-BD32-4B5E-BF90-94C78EAA5AC7}" dt="2025-10-24T11:56:06.353" v="126" actId="14100"/>
          <ac:picMkLst>
            <pc:docMk/>
            <pc:sldMk cId="3334315958" sldId="284"/>
            <ac:picMk id="6" creationId="{A4DBB740-2E05-5657-BFB6-AF2A69AB06E9}"/>
          </ac:picMkLst>
        </pc:picChg>
      </pc:sldChg>
      <pc:sldChg chg="addSp modSp new mod">
        <pc:chgData name="Jonathan Calles" userId="2e9564cdd8b82267" providerId="LiveId" clId="{BCD09647-BD32-4B5E-BF90-94C78EAA5AC7}" dt="2025-10-24T13:03:20.272" v="148" actId="1038"/>
        <pc:sldMkLst>
          <pc:docMk/>
          <pc:sldMk cId="2278244083" sldId="285"/>
        </pc:sldMkLst>
        <pc:spChg chg="add mod">
          <ac:chgData name="Jonathan Calles" userId="2e9564cdd8b82267" providerId="LiveId" clId="{BCD09647-BD32-4B5E-BF90-94C78EAA5AC7}" dt="2025-10-24T13:02:49.515" v="139" actId="1076"/>
          <ac:spMkLst>
            <pc:docMk/>
            <pc:sldMk cId="2278244083" sldId="285"/>
            <ac:spMk id="2" creationId="{07C86582-87E2-5181-EF25-70223209F9F3}"/>
          </ac:spMkLst>
        </pc:spChg>
        <pc:picChg chg="add mod">
          <ac:chgData name="Jonathan Calles" userId="2e9564cdd8b82267" providerId="LiveId" clId="{BCD09647-BD32-4B5E-BF90-94C78EAA5AC7}" dt="2025-10-24T13:03:16.254" v="145" actId="14100"/>
          <ac:picMkLst>
            <pc:docMk/>
            <pc:sldMk cId="2278244083" sldId="285"/>
            <ac:picMk id="4" creationId="{D3547778-FBB6-1A02-9B53-F474B7A332E2}"/>
          </ac:picMkLst>
        </pc:picChg>
        <pc:picChg chg="add mod">
          <ac:chgData name="Jonathan Calles" userId="2e9564cdd8b82267" providerId="LiveId" clId="{BCD09647-BD32-4B5E-BF90-94C78EAA5AC7}" dt="2025-10-24T13:03:20.272" v="148" actId="1038"/>
          <ac:picMkLst>
            <pc:docMk/>
            <pc:sldMk cId="2278244083" sldId="285"/>
            <ac:picMk id="6" creationId="{C173BFD7-89F6-A38D-4873-CADD9BF51866}"/>
          </ac:picMkLst>
        </pc:picChg>
      </pc:sldChg>
      <pc:sldChg chg="addSp new mod">
        <pc:chgData name="Jonathan Calles" userId="2e9564cdd8b82267" providerId="LiveId" clId="{BCD09647-BD32-4B5E-BF90-94C78EAA5AC7}" dt="2025-10-24T13:04:02.331" v="150" actId="22"/>
        <pc:sldMkLst>
          <pc:docMk/>
          <pc:sldMk cId="4078627898" sldId="286"/>
        </pc:sldMkLst>
        <pc:picChg chg="add">
          <ac:chgData name="Jonathan Calles" userId="2e9564cdd8b82267" providerId="LiveId" clId="{BCD09647-BD32-4B5E-BF90-94C78EAA5AC7}" dt="2025-10-24T13:04:02.331" v="150" actId="22"/>
          <ac:picMkLst>
            <pc:docMk/>
            <pc:sldMk cId="4078627898" sldId="286"/>
            <ac:picMk id="3" creationId="{3BBC7680-BCEE-708A-5FE8-E99823A900F2}"/>
          </ac:picMkLst>
        </pc:picChg>
      </pc:sldChg>
      <pc:sldChg chg="addSp modSp new mod">
        <pc:chgData name="Jonathan Calles" userId="2e9564cdd8b82267" providerId="LiveId" clId="{BCD09647-BD32-4B5E-BF90-94C78EAA5AC7}" dt="2025-10-24T14:16:36.744" v="194" actId="1076"/>
        <pc:sldMkLst>
          <pc:docMk/>
          <pc:sldMk cId="1758122689" sldId="287"/>
        </pc:sldMkLst>
        <pc:spChg chg="add mod">
          <ac:chgData name="Jonathan Calles" userId="2e9564cdd8b82267" providerId="LiveId" clId="{BCD09647-BD32-4B5E-BF90-94C78EAA5AC7}" dt="2025-10-24T14:16:26.481" v="182" actId="1076"/>
          <ac:spMkLst>
            <pc:docMk/>
            <pc:sldMk cId="1758122689" sldId="287"/>
            <ac:spMk id="2" creationId="{5693111C-48CA-56A1-AA70-21FE775F38B7}"/>
          </ac:spMkLst>
        </pc:spChg>
        <pc:picChg chg="add mod modCrop">
          <ac:chgData name="Jonathan Calles" userId="2e9564cdd8b82267" providerId="LiveId" clId="{BCD09647-BD32-4B5E-BF90-94C78EAA5AC7}" dt="2025-10-24T14:16:33.627" v="190" actId="1076"/>
          <ac:picMkLst>
            <pc:docMk/>
            <pc:sldMk cId="1758122689" sldId="287"/>
            <ac:picMk id="4" creationId="{C7945BEC-99C7-EE43-CA68-90E7C35CFB1C}"/>
          </ac:picMkLst>
        </pc:picChg>
        <pc:picChg chg="add mod">
          <ac:chgData name="Jonathan Calles" userId="2e9564cdd8b82267" providerId="LiveId" clId="{BCD09647-BD32-4B5E-BF90-94C78EAA5AC7}" dt="2025-10-24T14:16:36.744" v="194" actId="1076"/>
          <ac:picMkLst>
            <pc:docMk/>
            <pc:sldMk cId="1758122689" sldId="287"/>
            <ac:picMk id="6" creationId="{6F762515-AED2-F8B8-CF61-D038461A7B20}"/>
          </ac:picMkLst>
        </pc:picChg>
      </pc:sldChg>
      <pc:sldChg chg="addSp new mod">
        <pc:chgData name="Jonathan Calles" userId="2e9564cdd8b82267" providerId="LiveId" clId="{BCD09647-BD32-4B5E-BF90-94C78EAA5AC7}" dt="2025-10-24T14:16:59.203" v="196" actId="22"/>
        <pc:sldMkLst>
          <pc:docMk/>
          <pc:sldMk cId="335774027" sldId="288"/>
        </pc:sldMkLst>
        <pc:picChg chg="add">
          <ac:chgData name="Jonathan Calles" userId="2e9564cdd8b82267" providerId="LiveId" clId="{BCD09647-BD32-4B5E-BF90-94C78EAA5AC7}" dt="2025-10-24T14:16:59.203" v="196" actId="22"/>
          <ac:picMkLst>
            <pc:docMk/>
            <pc:sldMk cId="335774027" sldId="288"/>
            <ac:picMk id="3" creationId="{650EBF0F-8446-A2C0-391A-B9E0004AEC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C4784-EEB1-47C1-BFBD-C3300908897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12FAE-B2D1-4E0A-B761-B02E4BD58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2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12FAE-B2D1-4E0A-B761-B02E4BD58C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28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12FAE-B2D1-4E0A-B761-B02E4BD58C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26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281B-FB28-2DC9-6542-1A6B2C4C3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EDCC-1DA7-771B-9CCD-1E79EAAC1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867DB-0568-264F-0077-D2E99A6B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7296-CF91-1B05-508A-DE159520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0497-F64E-6FD6-1B46-6025CC01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E938-128B-9281-8720-2BA18C7F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9E83D-753B-99B5-03CD-651B0C56C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2476C-7935-158F-95CC-0371134D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D667A-D799-3DC9-3D10-39357BCF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E35A-3EEF-02B9-A5D1-7E01A75D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9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9A-5675-AF0E-EFBE-3AFB2B6A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07DF6-1CAB-5549-8E75-9A29DECA9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CC25-3EA6-770F-44BB-579FCE51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6259-B6C7-F213-0D6B-9B8F4F7F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4EA7-F766-42B7-DDE2-A3B33EC4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5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7511-93A6-B97E-C781-3A46CDE9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34D8-034A-81BE-1BA5-E0045E4C5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63103-1BA3-BD1F-7525-AD6EBDB51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4F805-3970-1541-2B53-8DE9B299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45877-2715-2E8E-0F25-CE1DE108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A8B96-67B6-0FE9-E78A-19453FBE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5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CE68-3B96-9594-3835-44A85466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334FE-DAE1-5973-01B5-686B0B25D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9E59E-86D5-ECBA-099A-1EA0E527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5376D-665F-BCB7-D94E-E78EDDF80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D5E0D-351D-67B4-BECA-7623EDB6E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BB193-AD74-FEB2-B362-355A2AD4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3935E-ED1B-302E-F7D3-3A0E4ADB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41CAB-6A1E-2011-9EA9-33480768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4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3415-E0F0-1AF0-8A54-F3DE412C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5EC5B-5C58-59C9-A30D-806567B1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DCF69-EA8B-BE7C-6990-9F054BDA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CA8E-C88A-28EF-510E-437920C8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6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AB786-E8BE-59F0-4A00-95AD8774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29FCD-6C43-14A2-DC8C-B3BAA4DB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3CC57-4B01-0903-7A3F-E09843EC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9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EE36-480A-3E0A-8FE0-39A36C61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8BC5-CE6F-4AC2-5F06-B42F56CF0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C0A68-07CA-0861-D4BA-EED311460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133BC-06D3-89E5-CBB7-2D9EB732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BC266-E411-2DEE-EEBA-DFAED41D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7D810-A68A-AF75-3E36-6D425CC3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742C-4950-3DFC-5005-2CFFB9BD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5DD3E-223C-6FC7-E567-93EDD7E7F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19607-5686-E569-A430-587B207BA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0F3DA-D534-44E3-4AF0-267ED9C5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3A3EE-6D1B-EE81-B6BA-D0F38302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4A73-438D-F058-DE0E-C6E7A3A6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0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1CD0-DEB9-13D6-9833-D5F3FC3A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F5D26-5F53-EE57-347A-825BB44CB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C532-BE5A-8E11-5A43-50F2B084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8272D-C7FC-915B-252D-C9915CE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9781-75AE-C68C-1A47-1AD09F92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6ACCC-C29B-0E40-0542-10A1F3F22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F0C5D-2773-72D9-ED48-5026F820D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09626-1FA1-2128-E67D-A8C1D697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44FE5-1ABE-1560-86B2-D5F9901A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81551-1040-C9CD-ECDB-13E64D48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1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8AC36-DE18-440B-D32D-A7BE1F2F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99E8-CC78-C839-387F-52C3A0DE7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94F66-807E-69BD-DEFD-BE73E377A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3A6BD-7B69-4C4D-AF05-FFFE008AA7D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0E3B0-B287-CBDE-67D4-CF52AA968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10B72-4DBB-5293-2DEA-918B013D6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53088-029D-4D9B-9D74-71B8397CB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0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j2czUkVk4Q&amp;t=473s" TargetMode="External"/><Relationship Id="rId2" Type="http://schemas.openxmlformats.org/officeDocument/2006/relationships/hyperlink" Target="https://www.youtube.com/watch?v=0NzAFk1CwaQ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B2639-2E99-62C1-96C3-F49C5320A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4" y="2073715"/>
            <a:ext cx="6935759" cy="2993042"/>
          </a:xfrm>
        </p:spPr>
        <p:txBody>
          <a:bodyPr anchor="ctr">
            <a:normAutofit/>
          </a:bodyPr>
          <a:lstStyle/>
          <a:p>
            <a:r>
              <a:rPr lang="es-CO" sz="8800">
                <a:solidFill>
                  <a:schemeClr val="bg1"/>
                </a:solidFill>
              </a:rPr>
              <a:t>Estructura de Datos</a:t>
            </a:r>
            <a:endParaRPr lang="en-US" sz="8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144D8-5015-719E-605A-BFA50B3B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234" y="1369077"/>
            <a:ext cx="6935759" cy="2201159"/>
          </a:xfrm>
        </p:spPr>
        <p:txBody>
          <a:bodyPr>
            <a:normAutofit/>
          </a:bodyPr>
          <a:lstStyle/>
          <a:p>
            <a:r>
              <a:rPr lang="es-CO" sz="2000">
                <a:solidFill>
                  <a:schemeClr val="bg1"/>
                </a:solidFill>
              </a:rPr>
              <a:t>Jonathan Calles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71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1F635-06EB-68B3-3142-9DA7E42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6A13C08-D6DB-CDC8-4675-46C552EE8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F30526-A189-774B-D9BF-A03900D8F217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REGISTROS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3DF16B-6655-5E25-D0E0-7990F0E26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83C8C4D-8280-5747-1169-7168796FB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B095E2E-F203-C438-B294-472A34974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5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FAB75-3591-C124-0CB6-575F4548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8475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9C11DA-7FAD-CC08-03B7-74165863D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757" y="2831849"/>
            <a:ext cx="4407243" cy="101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9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1479F-6B4C-32AD-224A-D551EBDF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B95CF4F-7A02-6EC3-91C6-FE370A1F9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94793F-190D-FE1D-B2CD-509EE18AF133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OPERACIONES CON REGISTROS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3569CE-724F-4FA0-BC9D-D8C05D74A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E61FFA9-D997-89E9-69B9-C8BD08B3A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46B81C-8C9B-DA90-38DA-CFE1376CF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89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C3E5-EDB6-036B-6E35-C9426D21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377442-8A9A-DAFF-52C7-59491BB2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1018838"/>
            <a:ext cx="938343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3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A27A-1158-5A0C-00F9-4C25B836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E568F-31F5-2134-C83E-36C4910A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" y="390101"/>
            <a:ext cx="6979427" cy="35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6E5B0-FEED-1AFE-A975-72AD22E2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9358C-749F-2707-7F42-BB61FF531136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ARCHIVOS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9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74DB8-96F4-45F0-01A6-58E3616C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79" y="0"/>
            <a:ext cx="11397242" cy="24645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814C0F-B53F-B560-8904-CA82C8C4E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389" y="2867551"/>
            <a:ext cx="8221222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5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62CB7-AC04-EEA6-5DB4-DCECEC26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" y="90420"/>
            <a:ext cx="8164064" cy="3696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C6DA2-EAD7-37E4-448C-87A2DEE3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0111"/>
            <a:ext cx="6258170" cy="1857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3A20A-9BCA-79AB-FB44-2DEC73134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70" y="4210111"/>
            <a:ext cx="5933830" cy="1857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EBA7C-3849-CD60-1EC3-77A786166622}"/>
              </a:ext>
            </a:extLst>
          </p:cNvPr>
          <p:cNvSpPr txBox="1"/>
          <p:nvPr/>
        </p:nvSpPr>
        <p:spPr>
          <a:xfrm>
            <a:off x="8951976" y="1005840"/>
            <a:ext cx="2679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Los registros están puestos aleatoriamente, por eso se usa la función hash para encontrarlos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94119-7D80-6962-C178-8DC65E6A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134"/>
            <a:ext cx="8383170" cy="5449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5BFC68-7F3E-E03B-EAEF-1A27793F6764}"/>
              </a:ext>
            </a:extLst>
          </p:cNvPr>
          <p:cNvSpPr txBox="1"/>
          <p:nvPr/>
        </p:nvSpPr>
        <p:spPr>
          <a:xfrm>
            <a:off x="8988552" y="585216"/>
            <a:ext cx="2560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Este es la combinación de secuencial y organización directa</a:t>
            </a:r>
          </a:p>
          <a:p>
            <a:endParaRPr lang="es-CO" dirty="0"/>
          </a:p>
          <a:p>
            <a:r>
              <a:rPr lang="es-CO" dirty="0"/>
              <a:t>Los registros pueden ser obtenidos aleatoriamente o en orden con el índice.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6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4D96-327B-72EC-7478-6F8E3975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CB357-22F8-F355-21F8-81EE04BC7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956917"/>
            <a:ext cx="867848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7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CC492-9B3D-43B1-1813-52E65097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9196F6D-71F3-A58A-2873-310372895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8686F-D8F1-0B12-5A40-952CCCFC46B2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OPERACIONES CON ARCHIVOS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FCDEE5-2006-0A0D-009A-54782383C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61F2C21-7735-5A59-8BC9-8E87B3F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1C2F0F-62C3-78AD-8B9B-A6B60C00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7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51EA0-76D9-DAB3-E9A8-5D44788E2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36" y="518005"/>
            <a:ext cx="857369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43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E9FDD-6B48-D206-982C-80035699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8AAC0AC-3E9F-AEBC-30A5-D862A8034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B3065-A895-87F9-FBA7-C8ADD90F3803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ARCHIVOS SECUENCIALES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8A6A1A-2E4B-5637-8515-83CAFC579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DA5F26C-7651-F25E-CA36-FE506C58E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F51B98-B65B-33E5-F265-8E1D1543C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471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BEB51-5692-97BD-CE26-BF35895F7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3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F2A339-8D0C-FFB7-31C0-261EF47D2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54" y="1296712"/>
            <a:ext cx="9595295" cy="426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14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EE6EB-8617-1F26-5890-DDC9219E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CEB98E9-C192-E09D-8E8F-7C8DE1C56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B256AE-4832-2283-2449-CFF25B7493F6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ARCHIV</a:t>
            </a:r>
            <a:r>
              <a:rPr lang="es-CO" sz="4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INDEXADOS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7B43B0-2264-A598-6810-C00AFC9AD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79210A83-F968-6948-693C-11718FF34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396274-D314-DCD9-D72D-85734CAD2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57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42DDEA-CD16-9D72-7019-674BDF381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73" y="0"/>
            <a:ext cx="503154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00285-CFC9-EA80-4877-911B95CB0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076" y="1204300"/>
            <a:ext cx="333421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0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DFDB8-AB3E-C67F-F9FB-D55C30E2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604443"/>
            <a:ext cx="8249801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54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AEF44-A348-1DA0-A468-2EE086E6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3182223"/>
            <a:ext cx="871659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6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21064-E681-628D-EF1D-B94439954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71" y="643467"/>
            <a:ext cx="1056125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2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6B06B-A9C6-9C32-3E55-8FC1B488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914049"/>
            <a:ext cx="6573167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65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BAE13-DBB4-8167-12EC-B498D230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64286A7-8307-A81D-97AF-A0FBA25BF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7BF15-26DF-3238-58ED-9DF2C66B0BA1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Listas Enlazadas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454450-7B2F-3655-A192-64397275C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2960CF1-70AB-4563-D445-CE1BBA6AC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1D68BE-5196-26FC-5840-7AB9F41E7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652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4A94C-9BD2-8D07-6D16-E9C753C337CA}"/>
              </a:ext>
            </a:extLst>
          </p:cNvPr>
          <p:cNvSpPr txBox="1"/>
          <p:nvPr/>
        </p:nvSpPr>
        <p:spPr>
          <a:xfrm>
            <a:off x="1147330" y="1914297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Teor</a:t>
            </a:r>
            <a:r>
              <a:rPr lang="es-CO" b="1" dirty="0" err="1"/>
              <a:t>ía</a:t>
            </a:r>
            <a:r>
              <a:rPr lang="es-CO" b="1" dirty="0"/>
              <a:t>:</a:t>
            </a:r>
          </a:p>
          <a:p>
            <a:r>
              <a:rPr lang="en-US" dirty="0">
                <a:hlinkClick r:id="rId2"/>
              </a:rPr>
              <a:t>https://www.youtube.com/watch?v=0NzAFk1CwaQ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21319-F164-87A1-A365-F58BB27537EE}"/>
              </a:ext>
            </a:extLst>
          </p:cNvPr>
          <p:cNvSpPr txBox="1"/>
          <p:nvPr/>
        </p:nvSpPr>
        <p:spPr>
          <a:xfrm>
            <a:off x="1147330" y="3222782"/>
            <a:ext cx="6479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Python: </a:t>
            </a:r>
            <a:r>
              <a:rPr lang="en-US" dirty="0">
                <a:hlinkClick r:id="rId3"/>
              </a:rPr>
              <a:t>https://www.youtube.com/watch?v=1j2czUkVk4Q&amp;t=473s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7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0275D-3157-4C5A-3979-453CE98B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01B3CF2-FEA3-7903-C4DF-225CF4323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2BCCA3-C33C-58DC-B022-1D09F2B9721D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Listas Circulares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8F52BA2-2B31-BBA4-63C9-AEC1D749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9C7103D-26CA-4F8C-4268-CC5BC6516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3A82D5C-BCDD-08FC-7054-11F297518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004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C9F1A-EA39-69BE-455E-AD1EBB6C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7DC024C-2CA5-A087-2B3B-F916874D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F39D4C-41A2-E04D-88EA-F9DA4AE68190}"/>
              </a:ext>
            </a:extLst>
          </p:cNvPr>
          <p:cNvSpPr txBox="1"/>
          <p:nvPr/>
        </p:nvSpPr>
        <p:spPr>
          <a:xfrm>
            <a:off x="3501896" y="1271675"/>
            <a:ext cx="550544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Python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06DAF8-2424-4379-0ACC-A2FFC6CEB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AD45068-6426-5E48-0B88-8DDC21165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B608899-39B7-2268-3DFE-CEB0C7E39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6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03EDF-21E1-DA90-43ED-C5DC81D1829F}"/>
              </a:ext>
            </a:extLst>
          </p:cNvPr>
          <p:cNvSpPr txBox="1"/>
          <p:nvPr/>
        </p:nvSpPr>
        <p:spPr>
          <a:xfrm>
            <a:off x="1161288" y="438912"/>
            <a:ext cx="183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f-strings: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02F8A-E5AA-761D-ACE9-2B078BAE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848"/>
            <a:ext cx="4944727" cy="4295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DBB740-2E05-5657-BFB6-AF2A69AB0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16" y="1069849"/>
            <a:ext cx="6385883" cy="429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15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86582-87E2-5181-EF25-70223209F9F3}"/>
              </a:ext>
            </a:extLst>
          </p:cNvPr>
          <p:cNvSpPr txBox="1"/>
          <p:nvPr/>
        </p:nvSpPr>
        <p:spPr>
          <a:xfrm>
            <a:off x="91440" y="164592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47778-FBB6-1A02-9B53-F474B7A33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924"/>
            <a:ext cx="5345961" cy="5309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3BFD7-89F6-A38D-4873-CADD9BF51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249" y="883098"/>
            <a:ext cx="6820852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4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C7680-BCEE-708A-5FE8-E99823A9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880707"/>
            <a:ext cx="7268589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27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3111C-48CA-56A1-AA70-21FE775F38B7}"/>
              </a:ext>
            </a:extLst>
          </p:cNvPr>
          <p:cNvSpPr txBox="1"/>
          <p:nvPr/>
        </p:nvSpPr>
        <p:spPr>
          <a:xfrm>
            <a:off x="275463" y="142875"/>
            <a:ext cx="183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45BEC-99C7-EE43-CA68-90E7C35C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228"/>
          <a:stretch>
            <a:fillRect/>
          </a:stretch>
        </p:blipFill>
        <p:spPr>
          <a:xfrm>
            <a:off x="0" y="964712"/>
            <a:ext cx="5662913" cy="3216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762515-AED2-F8B8-CF61-D038461A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921" y="1152525"/>
            <a:ext cx="6149349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22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EBF0F-8446-A2C0-391A-B9E0004A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332943"/>
            <a:ext cx="7830643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104</Words>
  <Application>Microsoft Office PowerPoint</Application>
  <PresentationFormat>Widescreen</PresentationFormat>
  <Paragraphs>24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Estructura de Datos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Calles</dc:creator>
  <cp:lastModifiedBy>Jonathan Calles</cp:lastModifiedBy>
  <cp:revision>1</cp:revision>
  <dcterms:created xsi:type="dcterms:W3CDTF">2025-08-22T15:32:56Z</dcterms:created>
  <dcterms:modified xsi:type="dcterms:W3CDTF">2025-10-24T14:17:07Z</dcterms:modified>
</cp:coreProperties>
</file>